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6"/>
  </p:notesMasterIdLst>
  <p:sldIdLst>
    <p:sldId id="286" r:id="rId2"/>
    <p:sldId id="299" r:id="rId3"/>
    <p:sldId id="300" r:id="rId4"/>
    <p:sldId id="27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BEC73-4399-4107-BCC4-E6D2E4C0A623}" v="5" dt="2026-10-21T17:29:06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3505" autoAdjust="0"/>
  </p:normalViewPr>
  <p:slideViewPr>
    <p:cSldViewPr snapToGrid="0">
      <p:cViewPr varScale="1">
        <p:scale>
          <a:sx n="97" d="100"/>
          <a:sy n="97" d="100"/>
        </p:scale>
        <p:origin x="1074" y="72"/>
      </p:cViewPr>
      <p:guideLst/>
    </p:cSldViewPr>
  </p:slideViewPr>
  <p:outlineViewPr>
    <p:cViewPr>
      <p:scale>
        <a:sx n="33" d="100"/>
        <a:sy n="33" d="100"/>
      </p:scale>
      <p:origin x="0" y="-2988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rd Tulloch (he, him, his)" userId="5878f15e-67cb-424e-a832-ced39f97ebf5" providerId="ADAL" clId="{E250ED00-CD4D-418C-95A7-58BD59E43010}"/>
    <pc:docChg chg="undo custSel addSld delSld modSld">
      <pc:chgData name="Gord Tulloch (he, him, his)" userId="5878f15e-67cb-424e-a832-ced39f97ebf5" providerId="ADAL" clId="{E250ED00-CD4D-418C-95A7-58BD59E43010}" dt="2026-10-21T17:41:05.598" v="295" actId="1076"/>
      <pc:docMkLst>
        <pc:docMk/>
      </pc:docMkLst>
      <pc:sldChg chg="del">
        <pc:chgData name="Gord Tulloch (he, him, his)" userId="5878f15e-67cb-424e-a832-ced39f97ebf5" providerId="ADAL" clId="{E250ED00-CD4D-418C-95A7-58BD59E43010}" dt="2026-10-21T17:26:12.890" v="163" actId="47"/>
        <pc:sldMkLst>
          <pc:docMk/>
          <pc:sldMk cId="2486560177" sldId="256"/>
        </pc:sldMkLst>
      </pc:sldChg>
      <pc:sldChg chg="del">
        <pc:chgData name="Gord Tulloch (he, him, his)" userId="5878f15e-67cb-424e-a832-ced39f97ebf5" providerId="ADAL" clId="{E250ED00-CD4D-418C-95A7-58BD59E43010}" dt="2026-10-21T17:26:13.816" v="164" actId="47"/>
        <pc:sldMkLst>
          <pc:docMk/>
          <pc:sldMk cId="1750914483" sldId="257"/>
        </pc:sldMkLst>
      </pc:sldChg>
      <pc:sldChg chg="del">
        <pc:chgData name="Gord Tulloch (he, him, his)" userId="5878f15e-67cb-424e-a832-ced39f97ebf5" providerId="ADAL" clId="{E250ED00-CD4D-418C-95A7-58BD59E43010}" dt="2026-10-21T17:26:14.913" v="166" actId="47"/>
        <pc:sldMkLst>
          <pc:docMk/>
          <pc:sldMk cId="470453301" sldId="258"/>
        </pc:sldMkLst>
      </pc:sldChg>
      <pc:sldChg chg="del">
        <pc:chgData name="Gord Tulloch (he, him, his)" userId="5878f15e-67cb-424e-a832-ced39f97ebf5" providerId="ADAL" clId="{E250ED00-CD4D-418C-95A7-58BD59E43010}" dt="2026-10-21T17:26:16.138" v="168" actId="47"/>
        <pc:sldMkLst>
          <pc:docMk/>
          <pc:sldMk cId="1903546578" sldId="259"/>
        </pc:sldMkLst>
      </pc:sldChg>
      <pc:sldChg chg="del">
        <pc:chgData name="Gord Tulloch (he, him, his)" userId="5878f15e-67cb-424e-a832-ced39f97ebf5" providerId="ADAL" clId="{E250ED00-CD4D-418C-95A7-58BD59E43010}" dt="2026-10-21T17:26:16.727" v="169" actId="47"/>
        <pc:sldMkLst>
          <pc:docMk/>
          <pc:sldMk cId="2647571632" sldId="260"/>
        </pc:sldMkLst>
      </pc:sldChg>
      <pc:sldChg chg="del">
        <pc:chgData name="Gord Tulloch (he, him, his)" userId="5878f15e-67cb-424e-a832-ced39f97ebf5" providerId="ADAL" clId="{E250ED00-CD4D-418C-95A7-58BD59E43010}" dt="2026-10-21T17:26:17.361" v="170" actId="47"/>
        <pc:sldMkLst>
          <pc:docMk/>
          <pc:sldMk cId="3755388867" sldId="261"/>
        </pc:sldMkLst>
      </pc:sldChg>
      <pc:sldChg chg="del">
        <pc:chgData name="Gord Tulloch (he, him, his)" userId="5878f15e-67cb-424e-a832-ced39f97ebf5" providerId="ADAL" clId="{E250ED00-CD4D-418C-95A7-58BD59E43010}" dt="2026-10-21T17:26:18.001" v="171" actId="47"/>
        <pc:sldMkLst>
          <pc:docMk/>
          <pc:sldMk cId="940191248" sldId="262"/>
        </pc:sldMkLst>
      </pc:sldChg>
      <pc:sldChg chg="del">
        <pc:chgData name="Gord Tulloch (he, him, his)" userId="5878f15e-67cb-424e-a832-ced39f97ebf5" providerId="ADAL" clId="{E250ED00-CD4D-418C-95A7-58BD59E43010}" dt="2026-10-21T17:26:20.376" v="175" actId="47"/>
        <pc:sldMkLst>
          <pc:docMk/>
          <pc:sldMk cId="1545069192" sldId="263"/>
        </pc:sldMkLst>
      </pc:sldChg>
      <pc:sldChg chg="del">
        <pc:chgData name="Gord Tulloch (he, him, his)" userId="5878f15e-67cb-424e-a832-ced39f97ebf5" providerId="ADAL" clId="{E250ED00-CD4D-418C-95A7-58BD59E43010}" dt="2026-10-21T17:26:23.275" v="180" actId="47"/>
        <pc:sldMkLst>
          <pc:docMk/>
          <pc:sldMk cId="1251230507" sldId="264"/>
        </pc:sldMkLst>
      </pc:sldChg>
      <pc:sldChg chg="del">
        <pc:chgData name="Gord Tulloch (he, him, his)" userId="5878f15e-67cb-424e-a832-ced39f97ebf5" providerId="ADAL" clId="{E250ED00-CD4D-418C-95A7-58BD59E43010}" dt="2026-10-21T17:26:22.671" v="179" actId="47"/>
        <pc:sldMkLst>
          <pc:docMk/>
          <pc:sldMk cId="2037264213" sldId="265"/>
        </pc:sldMkLst>
      </pc:sldChg>
      <pc:sldChg chg="del">
        <pc:chgData name="Gord Tulloch (he, him, his)" userId="5878f15e-67cb-424e-a832-ced39f97ebf5" providerId="ADAL" clId="{E250ED00-CD4D-418C-95A7-58BD59E43010}" dt="2026-10-21T17:26:24.431" v="182" actId="47"/>
        <pc:sldMkLst>
          <pc:docMk/>
          <pc:sldMk cId="1816023611" sldId="268"/>
        </pc:sldMkLst>
      </pc:sldChg>
      <pc:sldChg chg="del">
        <pc:chgData name="Gord Tulloch (he, him, his)" userId="5878f15e-67cb-424e-a832-ced39f97ebf5" providerId="ADAL" clId="{E250ED00-CD4D-418C-95A7-58BD59E43010}" dt="2026-10-21T17:26:28.217" v="189" actId="47"/>
        <pc:sldMkLst>
          <pc:docMk/>
          <pc:sldMk cId="318261621" sldId="269"/>
        </pc:sldMkLst>
      </pc:sldChg>
      <pc:sldChg chg="del">
        <pc:chgData name="Gord Tulloch (he, him, his)" userId="5878f15e-67cb-424e-a832-ced39f97ebf5" providerId="ADAL" clId="{E250ED00-CD4D-418C-95A7-58BD59E43010}" dt="2026-10-21T17:26:28.797" v="190" actId="47"/>
        <pc:sldMkLst>
          <pc:docMk/>
          <pc:sldMk cId="0" sldId="270"/>
        </pc:sldMkLst>
      </pc:sldChg>
      <pc:sldChg chg="del">
        <pc:chgData name="Gord Tulloch (he, him, his)" userId="5878f15e-67cb-424e-a832-ced39f97ebf5" providerId="ADAL" clId="{E250ED00-CD4D-418C-95A7-58BD59E43010}" dt="2026-10-21T17:26:29.338" v="191" actId="47"/>
        <pc:sldMkLst>
          <pc:docMk/>
          <pc:sldMk cId="1259037776" sldId="271"/>
        </pc:sldMkLst>
      </pc:sldChg>
      <pc:sldChg chg="del">
        <pc:chgData name="Gord Tulloch (he, him, his)" userId="5878f15e-67cb-424e-a832-ced39f97ebf5" providerId="ADAL" clId="{E250ED00-CD4D-418C-95A7-58BD59E43010}" dt="2026-10-21T17:26:29.924" v="192" actId="47"/>
        <pc:sldMkLst>
          <pc:docMk/>
          <pc:sldMk cId="3348499920" sldId="272"/>
        </pc:sldMkLst>
      </pc:sldChg>
      <pc:sldChg chg="addSp delSp modSp mod delAnim">
        <pc:chgData name="Gord Tulloch (he, him, his)" userId="5878f15e-67cb-424e-a832-ced39f97ebf5" providerId="ADAL" clId="{E250ED00-CD4D-418C-95A7-58BD59E43010}" dt="2026-10-21T17:28:36.737" v="242" actId="1076"/>
        <pc:sldMkLst>
          <pc:docMk/>
          <pc:sldMk cId="3211075775" sldId="274"/>
        </pc:sldMkLst>
        <pc:spChg chg="mod">
          <ac:chgData name="Gord Tulloch (he, him, his)" userId="5878f15e-67cb-424e-a832-ced39f97ebf5" providerId="ADAL" clId="{E250ED00-CD4D-418C-95A7-58BD59E43010}" dt="2026-10-21T17:28:36.737" v="242" actId="1076"/>
          <ac:spMkLst>
            <pc:docMk/>
            <pc:sldMk cId="3211075775" sldId="274"/>
            <ac:spMk id="4" creationId="{068F3E2E-2CE4-E233-BD7F-71F891042CFB}"/>
          </ac:spMkLst>
        </pc:spChg>
        <pc:picChg chg="add del mod">
          <ac:chgData name="Gord Tulloch (he, him, his)" userId="5878f15e-67cb-424e-a832-ced39f97ebf5" providerId="ADAL" clId="{E250ED00-CD4D-418C-95A7-58BD59E43010}" dt="2026-10-21T17:27:23.224" v="227" actId="931"/>
          <ac:picMkLst>
            <pc:docMk/>
            <pc:sldMk cId="3211075775" sldId="274"/>
            <ac:picMk id="5" creationId="{220A0674-2B23-0B1E-DDFD-17F11969FB81}"/>
          </ac:picMkLst>
        </pc:picChg>
        <pc:picChg chg="del">
          <ac:chgData name="Gord Tulloch (he, him, his)" userId="5878f15e-67cb-424e-a832-ced39f97ebf5" providerId="ADAL" clId="{E250ED00-CD4D-418C-95A7-58BD59E43010}" dt="2026-10-21T17:27:08.806" v="225" actId="478"/>
          <ac:picMkLst>
            <pc:docMk/>
            <pc:sldMk cId="3211075775" sldId="274"/>
            <ac:picMk id="6" creationId="{A347DC58-D69C-6DDA-8B18-40C7C9AB0B75}"/>
          </ac:picMkLst>
        </pc:picChg>
        <pc:picChg chg="add mod">
          <ac:chgData name="Gord Tulloch (he, him, his)" userId="5878f15e-67cb-424e-a832-ced39f97ebf5" providerId="ADAL" clId="{E250ED00-CD4D-418C-95A7-58BD59E43010}" dt="2026-10-21T17:28:28.816" v="240" actId="1076"/>
          <ac:picMkLst>
            <pc:docMk/>
            <pc:sldMk cId="3211075775" sldId="274"/>
            <ac:picMk id="8" creationId="{FA926B22-53E1-8BFA-2EF6-0973570E3CA2}"/>
          </ac:picMkLst>
        </pc:picChg>
      </pc:sldChg>
      <pc:sldChg chg="del">
        <pc:chgData name="Gord Tulloch (he, him, his)" userId="5878f15e-67cb-424e-a832-ced39f97ebf5" providerId="ADAL" clId="{E250ED00-CD4D-418C-95A7-58BD59E43010}" dt="2026-10-21T17:26:24.980" v="183" actId="47"/>
        <pc:sldMkLst>
          <pc:docMk/>
          <pc:sldMk cId="1506410580" sldId="275"/>
        </pc:sldMkLst>
      </pc:sldChg>
      <pc:sldChg chg="del">
        <pc:chgData name="Gord Tulloch (he, him, his)" userId="5878f15e-67cb-424e-a832-ced39f97ebf5" providerId="ADAL" clId="{E250ED00-CD4D-418C-95A7-58BD59E43010}" dt="2026-10-21T17:26:23.832" v="181" actId="47"/>
        <pc:sldMkLst>
          <pc:docMk/>
          <pc:sldMk cId="2448121350" sldId="276"/>
        </pc:sldMkLst>
      </pc:sldChg>
      <pc:sldChg chg="del">
        <pc:chgData name="Gord Tulloch (he, him, his)" userId="5878f15e-67cb-424e-a832-ced39f97ebf5" providerId="ADAL" clId="{E250ED00-CD4D-418C-95A7-58BD59E43010}" dt="2026-10-21T17:26:30.502" v="193" actId="47"/>
        <pc:sldMkLst>
          <pc:docMk/>
          <pc:sldMk cId="1218673360" sldId="277"/>
        </pc:sldMkLst>
      </pc:sldChg>
      <pc:sldChg chg="del">
        <pc:chgData name="Gord Tulloch (he, him, his)" userId="5878f15e-67cb-424e-a832-ced39f97ebf5" providerId="ADAL" clId="{E250ED00-CD4D-418C-95A7-58BD59E43010}" dt="2026-10-21T17:26:31.108" v="194" actId="47"/>
        <pc:sldMkLst>
          <pc:docMk/>
          <pc:sldMk cId="3809960857" sldId="278"/>
        </pc:sldMkLst>
      </pc:sldChg>
      <pc:sldChg chg="del">
        <pc:chgData name="Gord Tulloch (he, him, his)" userId="5878f15e-67cb-424e-a832-ced39f97ebf5" providerId="ADAL" clId="{E250ED00-CD4D-418C-95A7-58BD59E43010}" dt="2026-10-21T17:26:20.966" v="176" actId="47"/>
        <pc:sldMkLst>
          <pc:docMk/>
          <pc:sldMk cId="2216179422" sldId="279"/>
        </pc:sldMkLst>
      </pc:sldChg>
      <pc:sldChg chg="del">
        <pc:chgData name="Gord Tulloch (he, him, his)" userId="5878f15e-67cb-424e-a832-ced39f97ebf5" providerId="ADAL" clId="{E250ED00-CD4D-418C-95A7-58BD59E43010}" dt="2026-10-21T17:26:21.527" v="177" actId="47"/>
        <pc:sldMkLst>
          <pc:docMk/>
          <pc:sldMk cId="3625208155" sldId="280"/>
        </pc:sldMkLst>
      </pc:sldChg>
      <pc:sldChg chg="del">
        <pc:chgData name="Gord Tulloch (he, him, his)" userId="5878f15e-67cb-424e-a832-ced39f97ebf5" providerId="ADAL" clId="{E250ED00-CD4D-418C-95A7-58BD59E43010}" dt="2026-10-21T17:26:31.668" v="195" actId="47"/>
        <pc:sldMkLst>
          <pc:docMk/>
          <pc:sldMk cId="2625591636" sldId="281"/>
        </pc:sldMkLst>
      </pc:sldChg>
      <pc:sldChg chg="del">
        <pc:chgData name="Gord Tulloch (he, him, his)" userId="5878f15e-67cb-424e-a832-ced39f97ebf5" providerId="ADAL" clId="{E250ED00-CD4D-418C-95A7-58BD59E43010}" dt="2026-10-21T17:26:33.703" v="198" actId="47"/>
        <pc:sldMkLst>
          <pc:docMk/>
          <pc:sldMk cId="2859237938" sldId="282"/>
        </pc:sldMkLst>
      </pc:sldChg>
      <pc:sldChg chg="del">
        <pc:chgData name="Gord Tulloch (he, him, his)" userId="5878f15e-67cb-424e-a832-ced39f97ebf5" providerId="ADAL" clId="{E250ED00-CD4D-418C-95A7-58BD59E43010}" dt="2026-10-21T17:26:32.239" v="196" actId="47"/>
        <pc:sldMkLst>
          <pc:docMk/>
          <pc:sldMk cId="2146055632" sldId="283"/>
        </pc:sldMkLst>
      </pc:sldChg>
      <pc:sldChg chg="del">
        <pc:chgData name="Gord Tulloch (he, him, his)" userId="5878f15e-67cb-424e-a832-ced39f97ebf5" providerId="ADAL" clId="{E250ED00-CD4D-418C-95A7-58BD59E43010}" dt="2026-10-21T17:26:32.970" v="197" actId="47"/>
        <pc:sldMkLst>
          <pc:docMk/>
          <pc:sldMk cId="837280395" sldId="284"/>
        </pc:sldMkLst>
      </pc:sldChg>
      <pc:sldChg chg="del">
        <pc:chgData name="Gord Tulloch (he, him, his)" userId="5878f15e-67cb-424e-a832-ced39f97ebf5" providerId="ADAL" clId="{E250ED00-CD4D-418C-95A7-58BD59E43010}" dt="2026-10-21T17:26:34.456" v="199" actId="47"/>
        <pc:sldMkLst>
          <pc:docMk/>
          <pc:sldMk cId="2033274664" sldId="285"/>
        </pc:sldMkLst>
      </pc:sldChg>
      <pc:sldChg chg="addSp delSp modSp mod setBg">
        <pc:chgData name="Gord Tulloch (he, him, his)" userId="5878f15e-67cb-424e-a832-ced39f97ebf5" providerId="ADAL" clId="{E250ED00-CD4D-418C-95A7-58BD59E43010}" dt="2026-10-21T17:36:23.942" v="280" actId="732"/>
        <pc:sldMkLst>
          <pc:docMk/>
          <pc:sldMk cId="2614365295" sldId="286"/>
        </pc:sldMkLst>
        <pc:spChg chg="add">
          <ac:chgData name="Gord Tulloch (he, him, his)" userId="5878f15e-67cb-424e-a832-ced39f97ebf5" providerId="ADAL" clId="{E250ED00-CD4D-418C-95A7-58BD59E43010}" dt="2026-10-21T17:20:50.163" v="2" actId="26606"/>
          <ac:spMkLst>
            <pc:docMk/>
            <pc:sldMk cId="2614365295" sldId="286"/>
            <ac:spMk id="20" creationId="{E841E027-8E53-4FEB-8605-2124D85731CA}"/>
          </ac:spMkLst>
        </pc:spChg>
        <pc:spChg chg="add mod">
          <ac:chgData name="Gord Tulloch (he, him, his)" userId="5878f15e-67cb-424e-a832-ced39f97ebf5" providerId="ADAL" clId="{E250ED00-CD4D-418C-95A7-58BD59E43010}" dt="2026-10-21T17:30:52.819" v="271" actId="1076"/>
          <ac:spMkLst>
            <pc:docMk/>
            <pc:sldMk cId="2614365295" sldId="286"/>
            <ac:spMk id="21" creationId="{54A2D2E8-4417-A7DC-B232-A8A62B47597B}"/>
          </ac:spMkLst>
        </pc:spChg>
        <pc:grpChg chg="add">
          <ac:chgData name="Gord Tulloch (he, him, his)" userId="5878f15e-67cb-424e-a832-ced39f97ebf5" providerId="ADAL" clId="{E250ED00-CD4D-418C-95A7-58BD59E43010}" dt="2026-10-21T17:20:50.163" v="2" actId="26606"/>
          <ac:grpSpMkLst>
            <pc:docMk/>
            <pc:sldMk cId="2614365295" sldId="286"/>
            <ac:grpSpMk id="8" creationId="{5ED88E92-14F3-4B58-9E48-1D79E139A89E}"/>
          </ac:grpSpMkLst>
        </pc:grpChg>
        <pc:picChg chg="add mod modCrop">
          <ac:chgData name="Gord Tulloch (he, him, his)" userId="5878f15e-67cb-424e-a832-ced39f97ebf5" providerId="ADAL" clId="{E250ED00-CD4D-418C-95A7-58BD59E43010}" dt="2026-10-21T17:36:23.942" v="280" actId="732"/>
          <ac:picMkLst>
            <pc:docMk/>
            <pc:sldMk cId="2614365295" sldId="286"/>
            <ac:picMk id="3" creationId="{C9B45D07-EBC5-5FED-D46F-6A6242761B27}"/>
          </ac:picMkLst>
        </pc:picChg>
        <pc:picChg chg="del">
          <ac:chgData name="Gord Tulloch (he, him, his)" userId="5878f15e-67cb-424e-a832-ced39f97ebf5" providerId="ADAL" clId="{E250ED00-CD4D-418C-95A7-58BD59E43010}" dt="2026-10-21T17:20:01.775" v="0" actId="478"/>
          <ac:picMkLst>
            <pc:docMk/>
            <pc:sldMk cId="2614365295" sldId="286"/>
            <ac:picMk id="4" creationId="{EB103328-DD02-D9D1-44EF-C4392A53C437}"/>
          </ac:picMkLst>
        </pc:picChg>
        <pc:picChg chg="add mod">
          <ac:chgData name="Gord Tulloch (he, him, his)" userId="5878f15e-67cb-424e-a832-ced39f97ebf5" providerId="ADAL" clId="{E250ED00-CD4D-418C-95A7-58BD59E43010}" dt="2026-10-21T17:23:44.921" v="74" actId="14100"/>
          <ac:picMkLst>
            <pc:docMk/>
            <pc:sldMk cId="2614365295" sldId="286"/>
            <ac:picMk id="6" creationId="{A48C00BE-C9D7-1539-5A99-B18BA9C655AF}"/>
          </ac:picMkLst>
        </pc:picChg>
        <pc:picChg chg="add del mod">
          <ac:chgData name="Gord Tulloch (he, him, his)" userId="5878f15e-67cb-424e-a832-ced39f97ebf5" providerId="ADAL" clId="{E250ED00-CD4D-418C-95A7-58BD59E43010}" dt="2026-10-21T17:22:37.510" v="13" actId="478"/>
          <ac:picMkLst>
            <pc:docMk/>
            <pc:sldMk cId="2614365295" sldId="286"/>
            <ac:picMk id="19" creationId="{2CE74A22-4F08-E83E-4A07-8877E1F5E0F2}"/>
          </ac:picMkLst>
        </pc:picChg>
      </pc:sldChg>
      <pc:sldChg chg="del">
        <pc:chgData name="Gord Tulloch (he, him, his)" userId="5878f15e-67cb-424e-a832-ced39f97ebf5" providerId="ADAL" clId="{E250ED00-CD4D-418C-95A7-58BD59E43010}" dt="2026-10-21T17:26:19.823" v="174" actId="47"/>
        <pc:sldMkLst>
          <pc:docMk/>
          <pc:sldMk cId="598479464" sldId="287"/>
        </pc:sldMkLst>
      </pc:sldChg>
      <pc:sldChg chg="del">
        <pc:chgData name="Gord Tulloch (he, him, his)" userId="5878f15e-67cb-424e-a832-ced39f97ebf5" providerId="ADAL" clId="{E250ED00-CD4D-418C-95A7-58BD59E43010}" dt="2026-10-21T17:26:22.114" v="178" actId="47"/>
        <pc:sldMkLst>
          <pc:docMk/>
          <pc:sldMk cId="2667497212" sldId="289"/>
        </pc:sldMkLst>
      </pc:sldChg>
      <pc:sldChg chg="del">
        <pc:chgData name="Gord Tulloch (he, him, his)" userId="5878f15e-67cb-424e-a832-ced39f97ebf5" providerId="ADAL" clId="{E250ED00-CD4D-418C-95A7-58BD59E43010}" dt="2026-10-21T17:26:15.518" v="167" actId="47"/>
        <pc:sldMkLst>
          <pc:docMk/>
          <pc:sldMk cId="1326106222" sldId="290"/>
        </pc:sldMkLst>
      </pc:sldChg>
      <pc:sldChg chg="del">
        <pc:chgData name="Gord Tulloch (he, him, his)" userId="5878f15e-67cb-424e-a832-ced39f97ebf5" providerId="ADAL" clId="{E250ED00-CD4D-418C-95A7-58BD59E43010}" dt="2026-10-21T17:26:14.358" v="165" actId="47"/>
        <pc:sldMkLst>
          <pc:docMk/>
          <pc:sldMk cId="3089525094" sldId="291"/>
        </pc:sldMkLst>
      </pc:sldChg>
      <pc:sldChg chg="del">
        <pc:chgData name="Gord Tulloch (he, him, his)" userId="5878f15e-67cb-424e-a832-ced39f97ebf5" providerId="ADAL" clId="{E250ED00-CD4D-418C-95A7-58BD59E43010}" dt="2026-10-21T17:26:18.604" v="172" actId="47"/>
        <pc:sldMkLst>
          <pc:docMk/>
          <pc:sldMk cId="1538374126" sldId="292"/>
        </pc:sldMkLst>
      </pc:sldChg>
      <pc:sldChg chg="del">
        <pc:chgData name="Gord Tulloch (he, him, his)" userId="5878f15e-67cb-424e-a832-ced39f97ebf5" providerId="ADAL" clId="{E250ED00-CD4D-418C-95A7-58BD59E43010}" dt="2026-10-21T17:26:19.211" v="173" actId="47"/>
        <pc:sldMkLst>
          <pc:docMk/>
          <pc:sldMk cId="2597497711" sldId="293"/>
        </pc:sldMkLst>
      </pc:sldChg>
      <pc:sldChg chg="del">
        <pc:chgData name="Gord Tulloch (he, him, his)" userId="5878f15e-67cb-424e-a832-ced39f97ebf5" providerId="ADAL" clId="{E250ED00-CD4D-418C-95A7-58BD59E43010}" dt="2026-10-21T17:26:26.053" v="185" actId="47"/>
        <pc:sldMkLst>
          <pc:docMk/>
          <pc:sldMk cId="520291178" sldId="294"/>
        </pc:sldMkLst>
      </pc:sldChg>
      <pc:sldChg chg="del">
        <pc:chgData name="Gord Tulloch (he, him, his)" userId="5878f15e-67cb-424e-a832-ced39f97ebf5" providerId="ADAL" clId="{E250ED00-CD4D-418C-95A7-58BD59E43010}" dt="2026-10-21T17:26:26.584" v="186" actId="47"/>
        <pc:sldMkLst>
          <pc:docMk/>
          <pc:sldMk cId="2182626980" sldId="295"/>
        </pc:sldMkLst>
      </pc:sldChg>
      <pc:sldChg chg="del">
        <pc:chgData name="Gord Tulloch (he, him, his)" userId="5878f15e-67cb-424e-a832-ced39f97ebf5" providerId="ADAL" clId="{E250ED00-CD4D-418C-95A7-58BD59E43010}" dt="2026-10-21T17:26:25.542" v="184" actId="47"/>
        <pc:sldMkLst>
          <pc:docMk/>
          <pc:sldMk cId="3331985739" sldId="296"/>
        </pc:sldMkLst>
      </pc:sldChg>
      <pc:sldChg chg="del">
        <pc:chgData name="Gord Tulloch (he, him, his)" userId="5878f15e-67cb-424e-a832-ced39f97ebf5" providerId="ADAL" clId="{E250ED00-CD4D-418C-95A7-58BD59E43010}" dt="2026-10-21T17:26:27.094" v="187" actId="47"/>
        <pc:sldMkLst>
          <pc:docMk/>
          <pc:sldMk cId="1041313122" sldId="297"/>
        </pc:sldMkLst>
      </pc:sldChg>
      <pc:sldChg chg="del">
        <pc:chgData name="Gord Tulloch (he, him, his)" userId="5878f15e-67cb-424e-a832-ced39f97ebf5" providerId="ADAL" clId="{E250ED00-CD4D-418C-95A7-58BD59E43010}" dt="2026-10-21T17:26:27.686" v="188" actId="47"/>
        <pc:sldMkLst>
          <pc:docMk/>
          <pc:sldMk cId="1635934566" sldId="298"/>
        </pc:sldMkLst>
      </pc:sldChg>
      <pc:sldChg chg="addSp delSp modSp add mod setBg delDesignElem">
        <pc:chgData name="Gord Tulloch (he, him, his)" userId="5878f15e-67cb-424e-a832-ced39f97ebf5" providerId="ADAL" clId="{E250ED00-CD4D-418C-95A7-58BD59E43010}" dt="2026-10-21T17:41:05.598" v="295" actId="1076"/>
        <pc:sldMkLst>
          <pc:docMk/>
          <pc:sldMk cId="2540751755" sldId="299"/>
        </pc:sldMkLst>
        <pc:spChg chg="add mod">
          <ac:chgData name="Gord Tulloch (he, him, his)" userId="5878f15e-67cb-424e-a832-ced39f97ebf5" providerId="ADAL" clId="{E250ED00-CD4D-418C-95A7-58BD59E43010}" dt="2026-10-21T17:41:02.233" v="294" actId="1076"/>
          <ac:spMkLst>
            <pc:docMk/>
            <pc:sldMk cId="2540751755" sldId="299"/>
            <ac:spMk id="5" creationId="{66E8C37E-4530-7951-C15F-43C387DEB38B}"/>
          </ac:spMkLst>
        </pc:spChg>
        <pc:spChg chg="del">
          <ac:chgData name="Gord Tulloch (he, him, his)" userId="5878f15e-67cb-424e-a832-ced39f97ebf5" providerId="ADAL" clId="{E250ED00-CD4D-418C-95A7-58BD59E43010}" dt="2026-10-21T17:24:25.493" v="80"/>
          <ac:spMkLst>
            <pc:docMk/>
            <pc:sldMk cId="2540751755" sldId="299"/>
            <ac:spMk id="20" creationId="{A634EB90-4BA8-2D8E-B1E9-07710DE7CF86}"/>
          </ac:spMkLst>
        </pc:spChg>
        <pc:spChg chg="del">
          <ac:chgData name="Gord Tulloch (he, him, his)" userId="5878f15e-67cb-424e-a832-ced39f97ebf5" providerId="ADAL" clId="{E250ED00-CD4D-418C-95A7-58BD59E43010}" dt="2026-10-21T17:24:40.594" v="83" actId="478"/>
          <ac:spMkLst>
            <pc:docMk/>
            <pc:sldMk cId="2540751755" sldId="299"/>
            <ac:spMk id="21" creationId="{3FD865AD-C2A8-95BF-E5E2-14CC82428180}"/>
          </ac:spMkLst>
        </pc:spChg>
        <pc:grpChg chg="del">
          <ac:chgData name="Gord Tulloch (he, him, his)" userId="5878f15e-67cb-424e-a832-ced39f97ebf5" providerId="ADAL" clId="{E250ED00-CD4D-418C-95A7-58BD59E43010}" dt="2026-10-21T17:24:25.493" v="80"/>
          <ac:grpSpMkLst>
            <pc:docMk/>
            <pc:sldMk cId="2540751755" sldId="299"/>
            <ac:grpSpMk id="8" creationId="{0D7F61E2-D45B-7065-984B-FA25DAC91DFF}"/>
          </ac:grpSpMkLst>
        </pc:grpChg>
        <pc:picChg chg="mod modCrop">
          <ac:chgData name="Gord Tulloch (he, him, his)" userId="5878f15e-67cb-424e-a832-ced39f97ebf5" providerId="ADAL" clId="{E250ED00-CD4D-418C-95A7-58BD59E43010}" dt="2026-10-21T17:36:04.844" v="279" actId="732"/>
          <ac:picMkLst>
            <pc:docMk/>
            <pc:sldMk cId="2540751755" sldId="299"/>
            <ac:picMk id="3" creationId="{E68E0CD5-9904-4F41-B7ED-420CE4CE8654}"/>
          </ac:picMkLst>
        </pc:picChg>
        <pc:picChg chg="add mod">
          <ac:chgData name="Gord Tulloch (he, him, his)" userId="5878f15e-67cb-424e-a832-ced39f97ebf5" providerId="ADAL" clId="{E250ED00-CD4D-418C-95A7-58BD59E43010}" dt="2026-10-21T17:41:05.598" v="295" actId="1076"/>
          <ac:picMkLst>
            <pc:docMk/>
            <pc:sldMk cId="2540751755" sldId="299"/>
            <ac:picMk id="4" creationId="{0737C12D-C9CF-AE0F-5E36-F2046720EC37}"/>
          </ac:picMkLst>
        </pc:picChg>
        <pc:picChg chg="del">
          <ac:chgData name="Gord Tulloch (he, him, his)" userId="5878f15e-67cb-424e-a832-ced39f97ebf5" providerId="ADAL" clId="{E250ED00-CD4D-418C-95A7-58BD59E43010}" dt="2026-10-21T17:24:28.200" v="81" actId="478"/>
          <ac:picMkLst>
            <pc:docMk/>
            <pc:sldMk cId="2540751755" sldId="299"/>
            <ac:picMk id="6" creationId="{6274FBA1-C7DF-8E76-FDF8-0B122EB5C7A8}"/>
          </ac:picMkLst>
        </pc:picChg>
      </pc:sldChg>
      <pc:sldChg chg="delSp modSp add mod">
        <pc:chgData name="Gord Tulloch (he, him, his)" userId="5878f15e-67cb-424e-a832-ced39f97ebf5" providerId="ADAL" clId="{E250ED00-CD4D-418C-95A7-58BD59E43010}" dt="2026-10-21T17:29:55.195" v="269" actId="114"/>
        <pc:sldMkLst>
          <pc:docMk/>
          <pc:sldMk cId="4166764805" sldId="300"/>
        </pc:sldMkLst>
        <pc:spChg chg="mod">
          <ac:chgData name="Gord Tulloch (he, him, his)" userId="5878f15e-67cb-424e-a832-ced39f97ebf5" providerId="ADAL" clId="{E250ED00-CD4D-418C-95A7-58BD59E43010}" dt="2026-10-21T17:29:55.195" v="269" actId="114"/>
          <ac:spMkLst>
            <pc:docMk/>
            <pc:sldMk cId="4166764805" sldId="300"/>
            <ac:spMk id="5" creationId="{9DA48DB8-5AFB-AE87-E9A3-7781C827C503}"/>
          </ac:spMkLst>
        </pc:spChg>
        <pc:picChg chg="del">
          <ac:chgData name="Gord Tulloch (he, him, his)" userId="5878f15e-67cb-424e-a832-ced39f97ebf5" providerId="ADAL" clId="{E250ED00-CD4D-418C-95A7-58BD59E43010}" dt="2026-10-21T17:29:11.379" v="244" actId="478"/>
          <ac:picMkLst>
            <pc:docMk/>
            <pc:sldMk cId="4166764805" sldId="300"/>
            <ac:picMk id="4" creationId="{09DC9B3B-88E8-3D02-65D7-2023FF49BE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ACCCC-C8B5-419C-A841-DC28274D3AA1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74871-A238-4C2B-AA4A-0A74B3430C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61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74871-A238-4C2B-AA4A-0A74B3430CB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2431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9800-6618-36E0-E600-0F8B31C6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B016C-A595-7536-A1B9-0C6DA502E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21D8E-C4BA-AC63-5909-EBD787354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C281D-490E-9111-2270-748CFE8EC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74871-A238-4C2B-AA4A-0A74B3430CB6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4655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0C398-F01F-69F2-74E2-F7564A10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6F576-3C05-584B-BD7C-3C5913B36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7CE06-5741-CBF6-6BE8-4B52BCDC9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AFF49-C3C0-DF23-81F5-E55C03FBC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74871-A238-4C2B-AA4A-0A74B3430CB6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7798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74871-A238-4C2B-AA4A-0A74B3430CB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1791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1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45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2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6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48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5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2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6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27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5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5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39116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B45D07-EBC5-5FED-D46F-6A6242761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5"/>
          <a:stretch>
            <a:fillRect/>
          </a:stretch>
        </p:blipFill>
        <p:spPr>
          <a:xfrm>
            <a:off x="0" y="0"/>
            <a:ext cx="12192000" cy="8363911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8C00BE-C9D7-1539-5A99-B18BA9C655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501" y="388941"/>
            <a:ext cx="5861134" cy="586113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4A2D2E8-4417-A7DC-B232-A8A62B47597B}"/>
              </a:ext>
            </a:extLst>
          </p:cNvPr>
          <p:cNvSpPr txBox="1"/>
          <p:nvPr/>
        </p:nvSpPr>
        <p:spPr>
          <a:xfrm>
            <a:off x="421541" y="1900808"/>
            <a:ext cx="7013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200" b="1" i="1" dirty="0"/>
              <a:t>Announcing…</a:t>
            </a:r>
          </a:p>
        </p:txBody>
      </p:sp>
    </p:spTree>
    <p:extLst>
      <p:ext uri="{BB962C8B-B14F-4D97-AF65-F5344CB8AC3E}">
        <p14:creationId xmlns:p14="http://schemas.microsoft.com/office/powerpoint/2010/main" val="261436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0E6E-8167-395C-9BE3-16D32FC8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E0CD5-9904-4F41-B7ED-420CE4CE8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5"/>
          <a:stretch>
            <a:fillRect/>
          </a:stretch>
        </p:blipFill>
        <p:spPr>
          <a:xfrm>
            <a:off x="0" y="0"/>
            <a:ext cx="12192000" cy="8363911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37C12D-C9CF-AE0F-5E36-F2046720E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384" y="-383458"/>
            <a:ext cx="10287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E8C37E-4530-7951-C15F-43C387DEB38B}"/>
              </a:ext>
            </a:extLst>
          </p:cNvPr>
          <p:cNvSpPr txBox="1"/>
          <p:nvPr/>
        </p:nvSpPr>
        <p:spPr>
          <a:xfrm>
            <a:off x="5325411" y="4910727"/>
            <a:ext cx="61093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1" dirty="0"/>
              <a:t>The Multi-platform Imaging Suite </a:t>
            </a:r>
            <a:br>
              <a:rPr lang="en-CA" sz="2800" b="1" i="1" dirty="0"/>
            </a:br>
            <a:r>
              <a:rPr lang="en-CA" sz="2800" b="1" i="1" dirty="0"/>
              <a:t>for Windows/Mac/Linux/RPi</a:t>
            </a:r>
            <a:br>
              <a:rPr lang="en-CA" sz="2800" b="1" i="1" dirty="0"/>
            </a:br>
            <a:r>
              <a:rPr lang="en-CA" sz="2800" b="1" i="1" dirty="0"/>
              <a:t>Pre-Release 0.9.0alpha</a:t>
            </a:r>
          </a:p>
        </p:txBody>
      </p:sp>
    </p:spTree>
    <p:extLst>
      <p:ext uri="{BB962C8B-B14F-4D97-AF65-F5344CB8AC3E}">
        <p14:creationId xmlns:p14="http://schemas.microsoft.com/office/powerpoint/2010/main" val="254075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C715-E192-2115-CA72-CCF29809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CC014E-9658-FA08-C5E0-1A3A22532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677172" y="0"/>
            <a:ext cx="14869172" cy="8363911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A48DB8-5AFB-AE87-E9A3-7781C827C503}"/>
              </a:ext>
            </a:extLst>
          </p:cNvPr>
          <p:cNvSpPr txBox="1"/>
          <p:nvPr/>
        </p:nvSpPr>
        <p:spPr>
          <a:xfrm>
            <a:off x="1697307" y="2659138"/>
            <a:ext cx="6797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600" b="1" i="1" dirty="0"/>
              <a:t>1.0 Overview</a:t>
            </a:r>
          </a:p>
        </p:txBody>
      </p:sp>
    </p:spTree>
    <p:extLst>
      <p:ext uri="{BB962C8B-B14F-4D97-AF65-F5344CB8AC3E}">
        <p14:creationId xmlns:p14="http://schemas.microsoft.com/office/powerpoint/2010/main" val="416676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EE1DFE-62F7-8D1C-EC10-5BE5811F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F3E2E-2CE4-E233-BD7F-71F891042CFB}"/>
              </a:ext>
            </a:extLst>
          </p:cNvPr>
          <p:cNvSpPr txBox="1"/>
          <p:nvPr/>
        </p:nvSpPr>
        <p:spPr>
          <a:xfrm>
            <a:off x="5459097" y="3103023"/>
            <a:ext cx="6170833" cy="9274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25000"/>
              </a:lnSpc>
              <a:spcAft>
                <a:spcPts val="600"/>
              </a:spcAft>
            </a:pPr>
            <a:r>
              <a:rPr lang="en-US" sz="3600" b="1" i="1" spc="50" dirty="0"/>
              <a:t>www.galileo-imaging.com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926B22-53E1-8BFA-2EF6-0973570E3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55" y="1638174"/>
            <a:ext cx="4055806" cy="405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4724</TotalTime>
  <Words>31</Words>
  <Application>Microsoft Office PowerPoint</Application>
  <PresentationFormat>Widescreen</PresentationFormat>
  <Paragraphs>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Avenir Next LT Pro</vt:lpstr>
      <vt:lpstr>Bell MT</vt:lpstr>
      <vt:lpstr>GlowVTI</vt:lpstr>
      <vt:lpstr>PowerPoint Presentation</vt:lpstr>
      <vt:lpstr>PowerPoint Presentation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 Tulloch (he, him, his)</dc:creator>
  <cp:lastModifiedBy>Gord Tulloch (he, him, his)</cp:lastModifiedBy>
  <cp:revision>34</cp:revision>
  <dcterms:created xsi:type="dcterms:W3CDTF">2025-01-15T16:48:56Z</dcterms:created>
  <dcterms:modified xsi:type="dcterms:W3CDTF">2026-10-21T17:42:42Z</dcterms:modified>
</cp:coreProperties>
</file>